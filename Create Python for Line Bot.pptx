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0"/>
    <p:restoredTop sz="94632"/>
  </p:normalViewPr>
  <p:slideViewPr>
    <p:cSldViewPr snapToGrid="0" snapToObjects="1">
      <p:cViewPr varScale="1">
        <p:scale>
          <a:sx n="106" d="100"/>
          <a:sy n="106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35939-72F5-E84B-B787-640BA6AB7214}" type="datetimeFigureOut">
              <a:rPr lang="en-TH" smtClean="0"/>
              <a:t>28/12/2020 R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4E56E-7B6A-1242-AD99-797278CA4FF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362292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grok.com/download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เข้าไปที่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https://ngrok.com/download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4E56E-7B6A-1242-AD99-797278CA4FF3}" type="slidenum">
              <a:rPr lang="en-TH" smtClean="0"/>
              <a:t>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331747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12/28/20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995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2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8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4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12/28/20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125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12/28/20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6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12/28/20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12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12/28/20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6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12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83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15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3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9" r:id="rId6"/>
    <p:sldLayoutId id="2147483694" r:id="rId7"/>
    <p:sldLayoutId id="2147483695" r:id="rId8"/>
    <p:sldLayoutId id="2147483696" r:id="rId9"/>
    <p:sldLayoutId id="2147483698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evelopers.line.biz/e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eidtiphong.medium.com/line-bot-%E0%B8%81%E0%B8%B1%E0%B8%9A%E0%B8%87%E0%B8%B9%E0%B9%80%E0%B8%82%E0%B8%B5%E0%B8%A2%E0%B8%A7%E0%B8%99%E0%B9%89%E0%B8%AD%E0%B8%A2-python-f3947f67cf1b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D6D77-7FAB-4DCC-AD76-899D800922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886" r="-1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EFB08-DE24-E249-A637-4AFDE1371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th-TH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 </a:t>
            </a:r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Python </a:t>
            </a:r>
            <a:r>
              <a:rPr lang="th-TH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สร้าง </a:t>
            </a:r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LINE BOT</a:t>
            </a:r>
            <a:endParaRPr lang="en-TH" sz="48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5757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3E54C-7DB2-304F-8FF7-FE6A8295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5970C-0A7F-114B-81FC-6356C4785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Flask Framework</a:t>
            </a:r>
          </a:p>
          <a:p>
            <a:r>
              <a:rPr lang="en-US" dirty="0" err="1"/>
              <a:t>ngrok</a:t>
            </a:r>
            <a:endParaRPr lang="en-US" dirty="0"/>
          </a:p>
          <a:p>
            <a:r>
              <a:rPr lang="en-US" dirty="0"/>
              <a:t>line-bot-</a:t>
            </a:r>
            <a:r>
              <a:rPr lang="en-US" dirty="0" err="1"/>
              <a:t>sdk</a:t>
            </a:r>
            <a:r>
              <a:rPr lang="en-US" dirty="0"/>
              <a:t> library</a:t>
            </a:r>
          </a:p>
          <a:p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647029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0E4F-9191-034A-B96D-C74515D9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Step 1 : </a:t>
            </a:r>
            <a:r>
              <a:rPr lang="th-TH" b="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สร้าง </a:t>
            </a:r>
            <a:r>
              <a:rPr lang="en-US" b="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Messaging API Provider</a:t>
            </a:r>
            <a:endParaRPr lang="en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E8DC2-0886-0040-9889-0CCB6673B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710344"/>
          </a:xfrm>
        </p:spPr>
        <p:txBody>
          <a:bodyPr/>
          <a:lstStyle/>
          <a:p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เข้าไปที่เว็ปไซ</a:t>
            </a:r>
            <a:r>
              <a:rPr lang="th-TH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ต์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u="sng" dirty="0">
                <a:latin typeface="TH Sarabun New" panose="020B0500040200020003" pitchFamily="34" charset="-34"/>
                <a:cs typeface="TH Sarabun New" panose="020B0500040200020003" pitchFamily="34" charset="-34"/>
                <a:hlinkClick r:id="rId2"/>
              </a:rPr>
              <a:t>https://developers.line.biz/en/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26" name="Picture 2" descr="Image for post">
            <a:extLst>
              <a:ext uri="{FF2B5EF4-FFF2-40B4-BE49-F238E27FC236}">
                <a16:creationId xmlns:a16="http://schemas.microsoft.com/office/drawing/2014/main" id="{B1FEE9A0-8EB6-8C43-AD42-68D5B2ED5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850" y="3455320"/>
            <a:ext cx="54483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394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D40C338A-F705-CF49-9F64-79C51CB0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1257300"/>
            <a:ext cx="83312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885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FCB341CF-F782-584D-AE97-738B39C4A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838200"/>
            <a:ext cx="83312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29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1C3F6FC-1EEC-E544-AC98-58F3C5B41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1371600"/>
            <a:ext cx="8280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31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0E63-DE17-5B44-8195-BD5A65EB0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Step 2: </a:t>
            </a:r>
            <a:r>
              <a:rPr lang="th-TH" b="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สร้าง </a:t>
            </a:r>
            <a:r>
              <a:rPr lang="en-US" b="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Webhook </a:t>
            </a:r>
            <a:r>
              <a:rPr lang="th-TH" b="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 </a:t>
            </a:r>
            <a:r>
              <a:rPr lang="en-US" b="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Flask Framework + </a:t>
            </a:r>
            <a:r>
              <a:rPr lang="en-US" b="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ngrok</a:t>
            </a:r>
            <a:endParaRPr lang="en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6DC9EA0-A6DD-1042-87F7-CC2F0160F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0" y="2076450"/>
            <a:ext cx="80518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660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, application, Teams&#10;&#10;Description automatically generated">
            <a:extLst>
              <a:ext uri="{FF2B5EF4-FFF2-40B4-BE49-F238E27FC236}">
                <a16:creationId xmlns:a16="http://schemas.microsoft.com/office/drawing/2014/main" id="{118CDA5F-2ED9-4C4E-A369-ED70E9133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631" y="300688"/>
            <a:ext cx="7170737" cy="4453874"/>
          </a:xfrm>
          <a:prstGeom prst="rect">
            <a:avLst/>
          </a:prstGeom>
        </p:spPr>
      </p:pic>
      <p:pic>
        <p:nvPicPr>
          <p:cNvPr id="2050" name="Picture 2" descr="Image for post">
            <a:extLst>
              <a:ext uri="{FF2B5EF4-FFF2-40B4-BE49-F238E27FC236}">
                <a16:creationId xmlns:a16="http://schemas.microsoft.com/office/drawing/2014/main" id="{82CED28C-F0F9-2B45-B7FC-BF828A2FE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4" y="4664708"/>
            <a:ext cx="5962650" cy="219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478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1CA3C61-27B6-D34D-A4BB-162E3F287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177" y="0"/>
            <a:ext cx="78956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336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AB542D1-1179-0F45-B7E9-62E3D3D1F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393" y="0"/>
            <a:ext cx="8417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42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, application, Teams&#10;&#10;Description automatically generated">
            <a:extLst>
              <a:ext uri="{FF2B5EF4-FFF2-40B4-BE49-F238E27FC236}">
                <a16:creationId xmlns:a16="http://schemas.microsoft.com/office/drawing/2014/main" id="{6ABF682D-1659-DD42-87E7-DA99098CF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793750"/>
            <a:ext cx="8407400" cy="5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370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C45C6341-766B-444A-BAC7-F3CF1DC4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115" y="0"/>
            <a:ext cx="64457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49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4E4D846-3AFC-4F86-8C35-24B0542A2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A49C2-F16A-4E0A-B780-D807EDECE6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2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F981527-1C7E-4847-B180-945BFB1A8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bg1"/>
              </a:gs>
              <a:gs pos="35000">
                <a:schemeClr val="bg1">
                  <a:alpha val="76000"/>
                </a:schemeClr>
              </a:gs>
              <a:gs pos="19000">
                <a:schemeClr val="bg1">
                  <a:alpha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5189BA-71CF-E643-90D4-7C5FDED7A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0470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/>
              <a:t>Reference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4AC56-F95A-B443-B336-EE8C53C1C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3886680"/>
            <a:ext cx="11382656" cy="20386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   https://</a:t>
            </a:r>
            <a:r>
              <a:rPr lang="en-US" sz="17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github.com</a:t>
            </a:r>
            <a:r>
              <a:rPr lang="en-US" sz="17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/line/line-bot-</a:t>
            </a:r>
            <a:r>
              <a:rPr lang="en-US" sz="17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sdk</a:t>
            </a:r>
            <a:r>
              <a:rPr lang="en-US" sz="17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-python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1700" dirty="0">
                <a:latin typeface="TH Sarabun New" panose="020B0500040200020003" pitchFamily="34" charset="-34"/>
                <a:cs typeface="TH Sarabun New" panose="020B0500040200020003" pitchFamily="34" charset="-34"/>
                <a:hlinkClick r:id="rId3"/>
              </a:rPr>
              <a:t>https://geidtiphong.medium.com/line-bot-%E0%B8%81%E0%B8%B1%E0%B8%9A%E0%B8%87%E0%B8%B9%E0%B9%80%E0%B8%82%E0%B8%B5%E0%B8%A2%E0%B8%A7%E0%B8%99%E0%B9%89%E0%B8%AD%E0%B8%A2-python-f3947f67cf1b</a:t>
            </a:r>
            <a:endParaRPr lang="en-US" sz="17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17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https://</a:t>
            </a:r>
            <a:r>
              <a:rPr lang="en-US" sz="17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saixiii.com</a:t>
            </a:r>
            <a:r>
              <a:rPr lang="en-US" sz="17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/chapter6-line-python-sdk/</a:t>
            </a:r>
          </a:p>
        </p:txBody>
      </p:sp>
    </p:spTree>
    <p:extLst>
      <p:ext uri="{BB962C8B-B14F-4D97-AF65-F5344CB8AC3E}">
        <p14:creationId xmlns:p14="http://schemas.microsoft.com/office/powerpoint/2010/main" val="10900989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ccentBoxVTI">
  <a:themeElements>
    <a:clrScheme name="AnalogousFromLightSeedLeftStep">
      <a:dk1>
        <a:srgbClr val="000000"/>
      </a:dk1>
      <a:lt1>
        <a:srgbClr val="FFFFFF"/>
      </a:lt1>
      <a:dk2>
        <a:srgbClr val="242B41"/>
      </a:dk2>
      <a:lt2>
        <a:srgbClr val="E2E8E3"/>
      </a:lt2>
      <a:accent1>
        <a:srgbClr val="C493BD"/>
      </a:accent1>
      <a:accent2>
        <a:srgbClr val="AA7FBA"/>
      </a:accent2>
      <a:accent3>
        <a:srgbClr val="A696C6"/>
      </a:accent3>
      <a:accent4>
        <a:srgbClr val="7F84BA"/>
      </a:accent4>
      <a:accent5>
        <a:srgbClr val="8BA7C1"/>
      </a:accent5>
      <a:accent6>
        <a:srgbClr val="77ABAF"/>
      </a:accent6>
      <a:hlink>
        <a:srgbClr val="568E5F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</Words>
  <Application>Microsoft Macintosh PowerPoint</Application>
  <PresentationFormat>Widescreen</PresentationFormat>
  <Paragraphs>14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Neue Haas Grotesk Text Pro</vt:lpstr>
      <vt:lpstr>TH Sarabun New</vt:lpstr>
      <vt:lpstr>AccentBoxVTI</vt:lpstr>
      <vt:lpstr>เขียน Python สร้าง LINE BOT</vt:lpstr>
      <vt:lpstr>Tool</vt:lpstr>
      <vt:lpstr>Step 1 : สร้าง Messaging API Provider</vt:lpstr>
      <vt:lpstr>PowerPoint Presentation</vt:lpstr>
      <vt:lpstr>PowerPoint Presentation</vt:lpstr>
      <vt:lpstr>PowerPoint Presentation</vt:lpstr>
      <vt:lpstr>Step 2: สร้าง Webhook ด้วย Flask Framework + ngrok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เขียน Python สร้าง LINE BOT</dc:title>
  <dc:creator>Suttipong Kullawattana</dc:creator>
  <cp:lastModifiedBy>Suttipong Kullawattana</cp:lastModifiedBy>
  <cp:revision>1</cp:revision>
  <dcterms:created xsi:type="dcterms:W3CDTF">2020-12-28T09:41:41Z</dcterms:created>
  <dcterms:modified xsi:type="dcterms:W3CDTF">2020-12-28T09:42:57Z</dcterms:modified>
</cp:coreProperties>
</file>